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PaySense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Three-Layer Defence-in-Depth UPI Fraud Detection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Nishika Chapra  ·  KJ Somaiya Institute of Technology  ·  2025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527048"/>
            <a:ext cx="1152144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269748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64208"/>
            <a:ext cx="26974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764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0.8851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" y="2231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ROC-AUC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664208"/>
            <a:ext cx="269748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664208"/>
            <a:ext cx="269748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764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0.5303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6120" y="2231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PR-AUC  12.6×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1664208"/>
            <a:ext cx="269748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5896" y="1664208"/>
            <a:ext cx="26974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1764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99048" y="2231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78824" y="1664208"/>
            <a:ext cx="269748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F57F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78824" y="1664208"/>
            <a:ext cx="2697480" cy="10972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51976" y="1764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7F17"/>
                </a:solidFill>
              </a:rPr>
              <a:t>37.94%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951976" y="2231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Recall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816352"/>
            <a:ext cx="5394960" cy="1115568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816352"/>
            <a:ext cx="640080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16352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33272" y="29077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SMS Engine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33272" y="3218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Deterministic 3-Gate Filter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3272" y="34564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1"/>
                </a:solidFill>
              </a:rPr>
              <a:t>TRAI Sender ID → Keywords → Regex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C1"/>
                </a:solidFill>
              </a:rPr>
              <a:t>On-device · &lt;10ms · Zero false negatives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069080"/>
            <a:ext cx="5394960" cy="1115568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069080"/>
            <a:ext cx="640080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069080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33272" y="41605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Local Intelligence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33272" y="44714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Room SQLite + HITL Cache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33272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1"/>
                </a:solidFill>
              </a:rPr>
              <a:t>Cache → NLP → User prompt (once 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C1"/>
                </a:solidFill>
              </a:rPr>
              <a:t>Self-learning: one correction = permanent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5321808"/>
            <a:ext cx="5394960" cy="1115568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5321808"/>
            <a:ext cx="640080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5321808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33272" y="5413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ML Backend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33272" y="5724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FastAPI + XGBoost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33272" y="5961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1"/>
                </a:solidFill>
              </a:rPr>
              <a:t>BorderlineSMOTE + bootstrap back-mapping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C1"/>
                </a:solidFill>
              </a:rPr>
              <a:t>Per-user z-score · 43-field Pydantic API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28163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89320" y="3182112"/>
            <a:ext cx="585216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8FA3C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53328" y="327355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510528" y="325526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Trojan Family Discovery — 3 datasets share identical backbone; rejected pre-balanced 50% fraud file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89320" y="3986784"/>
            <a:ext cx="585216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8FA3C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407822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510528" y="405993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Per-user z-score anomaly scoring from 90-day Room history; query-before-save prevents target leakage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89320" y="4791456"/>
            <a:ext cx="585216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8FA3C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53328" y="48828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510528" y="486460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Valid inference-time ablation (median-fill, same model) — PR-AUC retained, confirming multi-feature ML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89320" y="5596128"/>
            <a:ext cx="585216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8FA3C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53328" y="568756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510528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67.98% recall ceiling diagnosed as probability miscalibration; Platt Scaling proposed as fix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solidFill>
            <a:srgbClr val="FFFFFF">
              <a:alpha val="8000"/>
            </a:srgbClr>
          </a:solidFill>
          <a:ln w="762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6473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Kotlin + Android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783080" y="6492240"/>
            <a:ext cx="0" cy="219456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56232" y="6473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Room SQLite v3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27832" y="6492240"/>
            <a:ext cx="0" cy="219456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00984" y="6473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Retrofit 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72584" y="6492240"/>
            <a:ext cx="0" cy="219456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45736" y="6473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FastAPI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17336" y="6492240"/>
            <a:ext cx="0" cy="219456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0488" y="6473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XGBoost 2.1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62088" y="6492240"/>
            <a:ext cx="0" cy="219456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35240" y="6473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BorderlineSMOTE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006840" y="6492240"/>
            <a:ext cx="0" cy="219456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79992" y="6473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SHAP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0451592" y="6492240"/>
            <a:ext cx="0" cy="219456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524744" y="6473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Pydantic v2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PaySense — Project Summary</dc:title>
  <dc:subject>PptxGenJS Presentation</dc:subject>
  <dc:creator>Nishika Chapra</dc:creator>
  <cp:lastModifiedBy>Nishika Chapra</cp:lastModifiedBy>
  <cp:revision>1</cp:revision>
  <dcterms:created xsi:type="dcterms:W3CDTF">2026-06-03T06:20:38Z</dcterms:created>
  <dcterms:modified xsi:type="dcterms:W3CDTF">2026-06-03T06:20:38Z</dcterms:modified>
</cp:coreProperties>
</file>